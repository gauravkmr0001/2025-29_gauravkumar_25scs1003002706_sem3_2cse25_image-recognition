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RECOGNITION SYSTEM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Deep-Learning Web App using MobileNetV2, OpenCV &amp; Flask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2926080" cy="0"/>
          </a:xfrm>
          <a:prstGeom prst="line">
            <a:avLst/>
          </a:prstGeom>
          <a:noFill/>
          <a:ln w="31750">
            <a:solidFill>
              <a:srgbClr val="43A0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343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Flask  ·  TensorFlow/Keras  ·  OpenCV  ·  SQLite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29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Walkthrough  ·  September 20,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 that lets a user upload an image and get an instant object prediction using a pretrained deep learning model — no training from scratch required.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1F5F1"/>
          </a:solidFill>
          <a:ln w="12700">
            <a:solidFill>
              <a:srgbClr val="F1F5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6974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CNN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3756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MobileNetV2 trained on ImageNet — 1,000 object classes, ready out of the box.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83280" y="246888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1F5F1"/>
          </a:solidFill>
          <a:ln w="12700">
            <a:solidFill>
              <a:srgbClr val="F1F5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26974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Preprocessing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333756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Decodes, resizes, and color-converts every upload before inference.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246888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1F5F1"/>
          </a:solidFill>
          <a:ln w="12700">
            <a:solidFill>
              <a:srgbClr val="F1F5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26974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UI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33756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image preview, loading spinner, and clear results in the browser.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52560" y="246888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1F5F1"/>
          </a:solidFill>
          <a:ln w="12700">
            <a:solidFill>
              <a:srgbClr val="F1F5F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35440" y="26974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History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235440" y="333756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logged to SQLite and viewable via a JSON endpoint.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Image Recognition System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18872" cy="1188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55448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 image classifier without training a model from scratch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313432"/>
            <a:ext cx="118872" cy="1188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17627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OpenCV for image decoding, resizing, and color-space conversion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935224"/>
            <a:ext cx="118872" cy="1188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798064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 pretrained MobileNetV2 CNN for real-time inference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557016"/>
            <a:ext cx="118872" cy="1188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419856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the model locally so the app runs fully offline after first use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40080" y="4178808"/>
            <a:ext cx="118872" cy="1188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04164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clear predictions with confidence % and runner-up guesses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118872" cy="1188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6634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prediction to SQLite for a simple history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0080" y="5422392"/>
            <a:ext cx="118872" cy="1188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528523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invalid files and errors gracefully across the pipeline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Image Recognition System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Data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337560" cy="1188720"/>
          </a:xfrm>
          <a:prstGeom prst="roundRect">
            <a:avLst>
              <a:gd name="adj" fmla="val 5385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85623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317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+ script.js (drag &amp; drop)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86200" y="1737360"/>
            <a:ext cx="3337560" cy="1188720"/>
          </a:xfrm>
          <a:prstGeom prst="roundRect">
            <a:avLst>
              <a:gd name="adj" fmla="val 5385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23360" y="185623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3317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 —  /predict, /history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0" y="960120"/>
            <a:ext cx="3337560" cy="1188720"/>
          </a:xfrm>
          <a:prstGeom prst="roundRect">
            <a:avLst>
              <a:gd name="adj" fmla="val 5385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52360" y="107899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+ MobileNetV2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1554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→ predict → decode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0" y="2788920"/>
            <a:ext cx="3337560" cy="1188720"/>
          </a:xfrm>
          <a:prstGeom prst="roundRect">
            <a:avLst>
              <a:gd name="adj" fmla="val 5385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52360" y="290779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33832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predictions.db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0" y="2194560"/>
            <a:ext cx="182880" cy="365760"/>
          </a:xfrm>
          <a:prstGeom prst="rightArrow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2194560"/>
            <a:ext cx="182880" cy="365760"/>
          </a:xfrm>
          <a:prstGeom prst="rightArrow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34340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image uploaded → Flask validates type/size → OpenCV decodes &amp; resizes to 224×224 → MobileNetV2 predicts → top-3 labels decoded → result logged to SQLite → JSON reply rendered with confidence %.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Image Recognition System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663440"/>
        </p:xfrm>
        <a:graphic>
          <a:graphicData uri="http://schemas.openxmlformats.org/drawingml/2006/table">
            <a:tbl>
              <a:tblPr/>
              <a:tblGrid>
                <a:gridCol w="2926080"/>
                <a:gridCol w="3931920"/>
                <a:gridCol w="4206240"/>
              </a:tblGrid>
              <a:tr h="5829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Backend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Python 3.9–11, Flask 3.0.3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Web server, routing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Deep Learning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TensorFlow/Keras 2.16.1 (MobileNetV2)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Pretrained CNN, ImageNet (1000 classes)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1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Image Processing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OpenCV 4.10.0.84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Decode, resize, color conversion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Numerical Computing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NumPy 1.26.4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Array ops feeding the model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1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Utilities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Pillow 10.4.0, Werkzeug 3.0.3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Image support, secure filenames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Database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SQLite (built-in)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Prediction history logging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1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Frontend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HTML5 / CSS3 / JavaScript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Drag-and-drop UI, live preview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Image Recognition System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RECOGNIZES OBJECTS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93392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063240"/>
            <a:ext cx="181051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cv2.imdecode() turns raw upload bytes into a BGR image array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70632" y="182880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07792" y="1993392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907792" y="251460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2907792" y="3063240"/>
            <a:ext cx="181051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cv2.resize() to 224×224, MobileNetV2's required input size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92624" y="182880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9784" y="1993392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129784" y="251460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&amp; Normalize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129784" y="3063240"/>
            <a:ext cx="181051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BGR→RGB, batch it, then Keras preprocess_input()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14616" y="182880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51776" y="1993392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351776" y="251460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351776" y="3063240"/>
            <a:ext cx="181051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model.predict() outputs probabilities across 1,000 classes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436608" y="182880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73768" y="1993392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573768" y="251460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Labels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9573768" y="3063240"/>
            <a:ext cx="181051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decode_predictions() returns the top-3 readable results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Image Recognition System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— Transfer Learning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Model: MobileNetV2 (tensorflow.keras.applications)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5856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Weights: pretrained on ImageNet (1,000 classes)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25496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run: weights auto-downloaded (~14 MB) via Keras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92424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Cached locally to model/model.h5 for offline reuse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5935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training from scratch — practical for a mini-project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0" cy="448056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pretrained model?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19456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Training a CNN from scratch needs large datasets + heavy compute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85292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MobileNetV2 is lightweight — runs inference fast on CPU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511296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ImageNet's 1,000 classes give broad, general-purpose coverage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4169664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be swapped for a custom .h5 model with no other code changes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Image Recognition System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— predictions table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329184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55778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id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INTEGER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Auto-incrementing primary key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filename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TEXT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Saved (UUID-based) name of the uploaded image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predicted_class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TEXT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Top predicted ImageNet label (humanized)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confidence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REAL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Prediction confidence as a percentage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created_at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TEXT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UTC timestamp of the prediction (ISO 8601)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035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GET /history returns the last 20 predictions as JSON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Image Recognition System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6420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file part or empty filename → clear HTTP 400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50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JPG, JPEG, PNG accepted — other types rejected with a message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316382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638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9067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over 8 MB blocked with a dedicated 413 handler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387705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8770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80390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Unreadable/corrupted images caught before prediction runs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48640" y="459028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5902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51713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inference exception returns a descriptive 500, never a crash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303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523036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files saved under UUID-based names for safety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Image Recognition System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3.9 – 3.11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5059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 + virtual environment (recommended)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9504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Flask==3.0.3 · tensorflow==2.16.1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28416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opencv-python==4.10.0.84 · numpy==1.26.4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6732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Pillow==10.4.0 · Werkzeug==3.0.3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062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SQLite (bundled with Python)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80760" y="1554480"/>
            <a:ext cx="0" cy="457200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(minimum)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0116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Quad-core 2.0 GHz processor (CPU inference)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45059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 GB RAM (TensorFlow's footprint is larger)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889504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~1.5–2 GB free disk space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328416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Internet access (one-time, ~14 MB model download)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76732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modern web browser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55080" y="443484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1F5F1"/>
          </a:solidFill>
          <a:ln w="12700">
            <a:solidFill>
              <a:srgbClr val="F1F5F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455371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48920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Flask==3.0.3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tensorflow==2.16.1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opencv-python==4.10.0.84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numpy==1.26.4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Pillow==10.4.0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Werkzeug==3.0.3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Image Recognition System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188720"/>
          </a:xfrm>
          <a:prstGeom prst="roundRect">
            <a:avLst>
              <a:gd name="adj" fmla="val 5385"/>
            </a:avLst>
          </a:prstGeom>
          <a:solidFill>
            <a:srgbClr val="F1F5F1"/>
          </a:solidFill>
          <a:ln w="12700">
            <a:solidFill>
              <a:srgbClr val="F1F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a custom, domain-specific dataset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63640" y="1737360"/>
            <a:ext cx="5349240" cy="1188720"/>
          </a:xfrm>
          <a:prstGeom prst="roundRect">
            <a:avLst>
              <a:gd name="adj" fmla="val 5385"/>
            </a:avLst>
          </a:prstGeom>
          <a:solidFill>
            <a:srgbClr val="F1F5F1"/>
          </a:solidFill>
          <a:ln w="12700">
            <a:solidFill>
              <a:srgbClr val="F1F5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73736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batch/multi-image uploads and comparisons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5349240" cy="1188720"/>
          </a:xfrm>
          <a:prstGeom prst="roundRect">
            <a:avLst>
              <a:gd name="adj" fmla="val 5385"/>
            </a:avLst>
          </a:prstGeom>
          <a:solidFill>
            <a:srgbClr val="F1F5F1"/>
          </a:solidFill>
          <a:ln w="12700">
            <a:solidFill>
              <a:srgbClr val="F1F5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15468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admin dashboard for prediction analytics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3154680"/>
            <a:ext cx="5349240" cy="1188720"/>
          </a:xfrm>
          <a:prstGeom prst="roundRect">
            <a:avLst>
              <a:gd name="adj" fmla="val 5385"/>
            </a:avLst>
          </a:prstGeom>
          <a:solidFill>
            <a:srgbClr val="F1F5F1"/>
          </a:solidFill>
          <a:ln w="12700">
            <a:solidFill>
              <a:srgbClr val="F1F5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315468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 authentication and per-user history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5349240" cy="1188720"/>
          </a:xfrm>
          <a:prstGeom prst="roundRect">
            <a:avLst>
              <a:gd name="adj" fmla="val 5385"/>
            </a:avLst>
          </a:prstGeom>
          <a:solidFill>
            <a:srgbClr val="F1F5F1"/>
          </a:solidFill>
          <a:ln w="12700">
            <a:solidFill>
              <a:srgbClr val="F1F5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57200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GPU acceleration for faster inference at scale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63640" y="4572000"/>
            <a:ext cx="5349240" cy="1188720"/>
          </a:xfrm>
          <a:prstGeom prst="roundRect">
            <a:avLst>
              <a:gd name="adj" fmla="val 5385"/>
            </a:avLst>
          </a:prstGeom>
          <a:solidFill>
            <a:srgbClr val="F1F5F1"/>
          </a:solidFill>
          <a:ln w="12700">
            <a:solidFill>
              <a:srgbClr val="F1F5F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457200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Grad-CAM heatmaps for model explainability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Image Recognition System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practical image recognition system — built with Flask, OpenCV &amp; MobileNetV2.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2026-09-20T02:33:09Z</dcterms:created>
  <dcterms:modified xsi:type="dcterms:W3CDTF">2026-09-20T02:33:09Z</dcterms:modified>
</cp:coreProperties>
</file>